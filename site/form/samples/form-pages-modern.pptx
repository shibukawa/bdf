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558800"/>
            <a:ext cx="3175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3B53"/>
                </a:solidFill>
                <a:latin typeface="M PLUS 1p"/>
                <a:ea typeface="M PLUS 1p"/>
              </a:rPr>
              <a:t>{{#pages | pages}}納品書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0100" y="609600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No. {{slip}}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Date {{date | fmt:"yyyy-mm-dd"}}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2192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3B53"/>
                </a:solidFill>
                <a:latin typeface="M PLUS 1p"/>
                <a:ea typeface="M PLUS 1p"/>
              </a:rPr>
              <a:t>BDF STUDIO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1651000"/>
            <a:ext cx="6489700" cy="0"/>
          </a:xfrm>
          <a:prstGeom prst="line">
            <a:avLst/>
          </a:prstGeom>
          <a:ln w="7620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3400" y="19177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お届け先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184400"/>
            <a:ext cx="37846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342"/>
                </a:solidFill>
                <a:latin typeface="M PLUS 1p"/>
                <a:ea typeface="M PLUS 1p"/>
              </a:rPr>
              <a:t>{{customer}} 御中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641600"/>
            <a:ext cx="38735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3342"/>
                </a:solidFill>
                <a:latin typeface="M PLUS 1p"/>
                <a:ea typeface="M PLUS 1p"/>
              </a:rPr>
              <a:t>下記の商品を納品いたしました。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19177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3B53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21336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〒150-0001 東京都渋谷区神宮前1-2-3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500" y="23495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TEL 03-5550-0140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7500" y="25654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hello@bdf.example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213100"/>
            <a:ext cx="64897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前頁繰越　{{carry_in | fmt:"¥#,##0"}}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3400" y="3632200"/>
          <a:ext cx="6489700" cy="433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1800"/>
                <a:gridCol w="3873500"/>
                <a:gridCol w="762000"/>
                <a:gridCol w="1422400"/>
              </a:tblGrid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No.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品名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数量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金額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{{#rows}}{{no}}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{{name}}{{#_blank_first}}以下余白{{/_blank_first}}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{{qty}}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{{amount | fmt:"#,##0"}}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/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{{/rows}}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3400" y="8128000"/>
            <a:ext cx="64897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当頁計　{{page_total | fmt:"¥#,##0"}}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8432800"/>
            <a:ext cx="64897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累計金額　{{carry_out | fmt:"¥#,##0"}}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8839200"/>
            <a:ext cx="6489700" cy="35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43B53"/>
                </a:solidFill>
                <a:latin typeface="M PLUS 1p"/>
                <a:ea typeface="M PLUS 1p"/>
              </a:rPr>
              <a:t>{{#_last}}総額　{{total | fmt:"¥#,##0"}}{{/_last}}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9385300"/>
            <a:ext cx="2794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3B53"/>
                </a:solidFill>
                <a:latin typeface="M PLUS 1p"/>
                <a:ea typeface="M PLUS 1p"/>
              </a:rPr>
              <a:t>備考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9664700"/>
            <a:ext cx="64897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3342"/>
                </a:solidFill>
                <a:latin typeface="M PLUS 1p"/>
                <a:ea typeface="M PLUS 1p"/>
              </a:rPr>
              <a:t>お受け取り後、数量・商品の状態をご確認ください。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3400" y="10033000"/>
            <a:ext cx="6489700" cy="0"/>
          </a:xfrm>
          <a:prstGeom prst="line">
            <a:avLst/>
          </a:prstGeom>
          <a:ln w="7620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" y="101600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685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3100" y="101600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685"/>
                </a:solidFill>
                <a:latin typeface="M PLUS 1p"/>
                <a:ea typeface="M PLUS 1p"/>
              </a:rPr>
              <a:t>{{_page}} / {{_pages}}{{/pages}}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納品書</dc:title>
  <dc:subject/>
  <dc:creator>BDF STUDIO</dc:creator>
  <cp:keywords/>
  <dc:description>generated using python-pptx</dc:description>
  <cp:lastModifiedBy>Steve Canny</cp:lastModifiedBy>
  <cp:revision>1</cp:revision>
  <dcterms:created xsi:type="dcterms:W3CDTF">2026-10-14T00:00:00Z</dcterms:created>
  <dcterms:modified xsi:type="dcterms:W3CDTF">2026-10-14T00:00:00Z</dcterms:modified>
  <cp:category/>
</cp:coreProperties>
</file>