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56500" cy="10693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558800"/>
            <a:ext cx="3175000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43B53"/>
                </a:solidFill>
                <a:latin typeface="M PLUS 1p"/>
                <a:ea typeface="M PLUS 1p"/>
              </a:rPr>
              <a:t>請求書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10100" y="609600"/>
            <a:ext cx="2413000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685"/>
                </a:solidFill>
                <a:latin typeface="M PLUS 1p"/>
                <a:ea typeface="M PLUS 1p"/>
              </a:rPr>
              <a:t>No. {{no}}</a:t>
            </a:r>
          </a:p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685"/>
                </a:solidFill>
                <a:latin typeface="M PLUS 1p"/>
                <a:ea typeface="M PLUS 1p"/>
              </a:rPr>
              <a:t>Date {{date | fmt:"yyyy-mm-dd"}}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2192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43B53"/>
                </a:solidFill>
                <a:latin typeface="M PLUS 1p"/>
                <a:ea typeface="M PLUS 1p"/>
              </a:rPr>
              <a:t>BDF STUDIO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3400" y="1651000"/>
            <a:ext cx="6489700" cy="0"/>
          </a:xfrm>
          <a:prstGeom prst="line">
            <a:avLst/>
          </a:prstGeom>
          <a:ln w="7620">
            <a:solidFill>
              <a:srgbClr val="CBD5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3400" y="1917700"/>
            <a:ext cx="3175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685"/>
                </a:solidFill>
                <a:latin typeface="M PLUS 1p"/>
                <a:ea typeface="M PLUS 1p"/>
              </a:rPr>
              <a:t>宛先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2184400"/>
            <a:ext cx="378460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63342"/>
                </a:solidFill>
                <a:latin typeface="M PLUS 1p"/>
                <a:ea typeface="M PLUS 1p"/>
              </a:rPr>
              <a:t>{{customer}} 御中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2641600"/>
            <a:ext cx="3873500" cy="330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63342"/>
                </a:solidFill>
                <a:latin typeface="M PLUS 1p"/>
                <a:ea typeface="M PLUS 1p"/>
              </a:rPr>
              <a:t>下記のとおりご請求申し上げます。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27500" y="1917700"/>
            <a:ext cx="2895600" cy="215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43B53"/>
                </a:solidFill>
                <a:latin typeface="M PLUS 1p"/>
                <a:ea typeface="M PLUS 1p"/>
              </a:rPr>
              <a:t>BDF STUDIO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27500" y="2133600"/>
            <a:ext cx="2895600" cy="215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685"/>
                </a:solidFill>
                <a:latin typeface="M PLUS 1p"/>
                <a:ea typeface="M PLUS 1p"/>
              </a:rPr>
              <a:t>〒150-0001 東京都渋谷区神宮前1-2-3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27500" y="2349500"/>
            <a:ext cx="2895600" cy="215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685"/>
                </a:solidFill>
                <a:latin typeface="M PLUS 1p"/>
                <a:ea typeface="M PLUS 1p"/>
              </a:rPr>
              <a:t>TEL 03-5550-0140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27500" y="2565400"/>
            <a:ext cx="2895600" cy="215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685"/>
                </a:solidFill>
                <a:latin typeface="M PLUS 1p"/>
                <a:ea typeface="M PLUS 1p"/>
              </a:rPr>
              <a:t>hello@bdf.example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3314700"/>
            <a:ext cx="2921000" cy="241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3B53"/>
                </a:solidFill>
                <a:latin typeface="M PLUS 1p"/>
                <a:ea typeface="M PLUS 1p"/>
              </a:rPr>
              <a:t>ご請求総額（税込）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225800"/>
            <a:ext cx="3594100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43B53"/>
                </a:solidFill>
                <a:latin typeface="M PLUS 1p"/>
                <a:ea typeface="M PLUS 1p"/>
              </a:rPr>
              <a:t>{{total | fmt:"¥#,##0"}}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3400" y="3733800"/>
            <a:ext cx="6489700" cy="0"/>
          </a:xfrm>
          <a:prstGeom prst="line">
            <a:avLst/>
          </a:prstGeom>
          <a:ln w="7620">
            <a:solidFill>
              <a:srgbClr val="CBD5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33400" y="3937000"/>
            <a:ext cx="6489700" cy="241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63342"/>
                </a:solidFill>
                <a:latin typeface="M PLUS 1p"/>
                <a:ea typeface="M PLUS 1p"/>
              </a:rPr>
              <a:t>お支払期限　{{due | fmt:"yyyy-mm-dd"}}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33400" y="4457700"/>
          <a:ext cx="6489700" cy="711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6400"/>
                <a:gridCol w="3213100"/>
                <a:gridCol w="635000"/>
                <a:gridCol w="1041400"/>
                <a:gridCol w="1193800"/>
              </a:tblGrid>
              <a:tr h="355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>No.</a:t>
                      </a:r>
                    </a:p>
                  </a:txBody>
                  <a:tcPr marL="88900" marR="88900" marT="63500" marB="63500" anchor="ctr">
                    <a:solidFill>
                      <a:srgbClr val="F3F6F9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>品名</a:t>
                      </a:r>
                    </a:p>
                  </a:txBody>
                  <a:tcPr marL="88900" marR="88900" marT="63500" marB="63500" anchor="ctr">
                    <a:solidFill>
                      <a:srgbClr val="F3F6F9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>数量</a:t>
                      </a:r>
                    </a:p>
                  </a:txBody>
                  <a:tcPr marL="88900" marR="88900" marT="63500" marB="63500" anchor="ctr">
                    <a:solidFill>
                      <a:srgbClr val="F3F6F9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>単価</a:t>
                      </a:r>
                    </a:p>
                  </a:txBody>
                  <a:tcPr marL="88900" marR="88900" marT="63500" marB="63500" anchor="ctr">
                    <a:solidFill>
                      <a:srgbClr val="F3F6F9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>金額</a:t>
                      </a:r>
                    </a:p>
                  </a:txBody>
                  <a:tcPr marL="88900" marR="88900" marT="63500" marB="63500" anchor="ctr">
                    <a:solidFill>
                      <a:srgbClr val="F3F6F9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>{{#items}}{{_index}}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>{{name}}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>{{qty}}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>{{price | fmt:"#,##0"}}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>{{amount | fmt:"#,##0"}}{{/items}}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102100" y="7543800"/>
            <a:ext cx="1524000" cy="25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63342"/>
                </a:solidFill>
                <a:latin typeface="M PLUS 1p"/>
                <a:ea typeface="M PLUS 1p"/>
              </a:rPr>
              <a:t>小計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6100" y="7543800"/>
            <a:ext cx="1397000" cy="25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63342"/>
                </a:solidFill>
                <a:latin typeface="M PLUS 1p"/>
                <a:ea typeface="M PLUS 1p"/>
              </a:rPr>
              <a:t>{{subtotal | fmt:"¥#,##0"}}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02100" y="7823200"/>
            <a:ext cx="1524000" cy="25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63342"/>
                </a:solidFill>
                <a:latin typeface="M PLUS 1p"/>
                <a:ea typeface="M PLUS 1p"/>
              </a:rPr>
              <a:t>消費税（10%）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6100" y="7823200"/>
            <a:ext cx="1397000" cy="25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63342"/>
                </a:solidFill>
                <a:latin typeface="M PLUS 1p"/>
                <a:ea typeface="M PLUS 1p"/>
              </a:rPr>
              <a:t>{{tax | fmt:"¥#,##0"}}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02100" y="8102600"/>
            <a:ext cx="1524000" cy="25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63342"/>
                </a:solidFill>
                <a:latin typeface="M PLUS 1p"/>
                <a:ea typeface="M PLUS 1p"/>
              </a:rPr>
              <a:t>総額（税込）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6100" y="8102600"/>
            <a:ext cx="1397000" cy="25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63342"/>
                </a:solidFill>
                <a:latin typeface="M PLUS 1p"/>
                <a:ea typeface="M PLUS 1p"/>
              </a:rPr>
              <a:t>{{total | fmt:"¥#,##0"}}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8483600"/>
            <a:ext cx="2794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3B53"/>
                </a:solidFill>
                <a:latin typeface="M PLUS 1p"/>
                <a:ea typeface="M PLUS 1p"/>
              </a:rPr>
              <a:t>お振込先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8763000"/>
            <a:ext cx="6489700" cy="25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63342"/>
                </a:solidFill>
                <a:latin typeface="M PLUS 1p"/>
                <a:ea typeface="M PLUS 1p"/>
              </a:rPr>
              <a:t>みらい銀行 渋谷支店　普通 1234567　ビーディーエフスタジオ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" y="9220200"/>
            <a:ext cx="2794000" cy="215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3B53"/>
                </a:solidFill>
                <a:latin typeface="M PLUS 1p"/>
                <a:ea typeface="M PLUS 1p"/>
              </a:rPr>
              <a:t>備考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" y="9499600"/>
            <a:ext cx="64897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63342"/>
                </a:solidFill>
                <a:latin typeface="M PLUS 1p"/>
                <a:ea typeface="M PLUS 1p"/>
              </a:rPr>
              <a:t>{{note}}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33400" y="10033000"/>
            <a:ext cx="6489700" cy="0"/>
          </a:xfrm>
          <a:prstGeom prst="line">
            <a:avLst/>
          </a:prstGeom>
          <a:ln w="7620">
            <a:solidFill>
              <a:srgbClr val="CBD5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33400" y="10160000"/>
            <a:ext cx="3302000" cy="177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7685"/>
                </a:solidFill>
                <a:latin typeface="M PLUS 1p"/>
                <a:ea typeface="M PLUS 1p"/>
              </a:rPr>
              <a:t>BDF STUDIO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53100" y="101600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7685"/>
                </a:solidFill>
                <a:latin typeface="M PLUS 1p"/>
                <a:ea typeface="M PLUS 1p"/>
              </a:rPr>
              <a:t>{{_slide}} / {{_slides}}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請求書</dc:title>
  <dc:subject/>
  <dc:creator>BDF STUDIO</dc:creator>
  <cp:keywords/>
  <dc:description>generated using python-pptx</dc:description>
  <cp:lastModifiedBy>Steve Canny</cp:lastModifiedBy>
  <cp:revision>1</cp:revision>
  <dcterms:created xsi:type="dcterms:W3CDTF">2026-10-14T00:00:00Z</dcterms:created>
  <dcterms:modified xsi:type="dcterms:W3CDTF">2026-10-14T00:00:00Z</dcterms:modified>
  <cp:category/>
</cp:coreProperties>
</file>