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Title"/>
          <p:cNvSpPr txBox="1"/>
          <p:nvPr/>
        </p:nvSpPr>
        <p:spPr>
          <a:xfrm>
            <a:off x="1397000" y="508000"/>
            <a:ext cx="38100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2400" b="1"/>
              <a:t>{{#pages}}Delivery {{slip}}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5715000" y="584200"/>
            <a:ext cx="2032000" cy="330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400"/>
              <a:t>{{_page}} / {{_pages}}</a:t>
            </a:r>
          </a:p>
        </p:txBody>
      </p:sp>
      <p:sp>
        <p:nvSpPr>
          <p:cNvPr id="12" name="To"/>
          <p:cNvSpPr txBox="1"/>
          <p:nvPr/>
        </p:nvSpPr>
        <p:spPr>
          <a:xfrm>
            <a:off x="1397000" y="1016000"/>
            <a:ext cx="3810000" cy="3302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/>
              <a:t>To: {{customer}}</a:t>
            </a:r>
          </a:p>
        </p:txBody>
      </p:sp>
      <p:sp>
        <p:nvSpPr>
          <p:cNvPr id="13" name="From"/>
          <p:cNvSpPr txBox="1"/>
          <p:nvPr/>
        </p:nvSpPr>
        <p:spPr>
          <a:xfrm>
            <a:off x="5207000" y="1016000"/>
            <a:ext cx="2540000" cy="330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400"/>
              <a:t>From {{carry_in | fmt:"#,##0"}}</a:t>
            </a:r>
          </a:p>
        </p:txBody>
      </p:sp>
      <p:graphicFrame>
        <p:nvGraphicFramePr>
          <p:cNvPr id="14" name="Table"/>
          <p:cNvGraphicFramePr>
            <a:graphicFrameLocks noGrp="1"/>
          </p:cNvGraphicFramePr>
          <p:nvPr/>
        </p:nvGraphicFramePr>
        <p:xfrm>
          <a:off x="1397000" y="1473200"/>
          <a:ext cx="6350000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/>
                <a:gridCol w="3048000"/>
                <a:gridCol w="1016000"/>
                <a:gridCol w="15240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No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項目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数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Amount</a:t>
                      </a:r>
                    </a:p>
                  </a:txBody>
                  <a:tcPr marT="25400" marB="25400"/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{{#rows}}{{no}}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sz="1200"/>
                        <a:t>{{name}}{{#_blank_first}}-- end --{{/_blank_first}}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{{qty}}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{{amount | fmt:"#,##0"}}</a:t>
                      </a:r>
                    </a:p>
                  </a:txBody>
                  <a:tcPr marT="25400" marB="25400"/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</a:p>
                  </a:txBody>
                  <a:tcPr marT="25400" marB="25400"/>
                </a:tc>
                <a:tc>
                  <a:txBody>
                    <a:bodyPr/>
                    <a:lstStyle/>
                    <a:p/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T="25400" marB="25400"/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</a:p>
                  </a:txBody>
                  <a:tcPr marT="25400" marB="25400"/>
                </a:tc>
                <a:tc>
                  <a:txBody>
                    <a:bodyPr/>
                    <a:lstStyle/>
                    <a:p/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T="25400" marB="25400"/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</a:p>
                  </a:txBody>
                  <a:tcPr marT="25400" marB="25400"/>
                </a:tc>
                <a:tc>
                  <a:txBody>
                    <a:bodyPr/>
                    <a:lstStyle/>
                    <a:p/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T="25400" marB="25400"/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</a:p>
                  </a:txBody>
                  <a:tcPr marT="25400" marB="25400"/>
                </a:tc>
                <a:tc>
                  <a:txBody>
                    <a:bodyPr/>
                    <a:lstStyle/>
                    <a:p/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T="25400" marB="25400"/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</a:p>
                  </a:txBody>
                  <a:tcPr marT="25400" marB="25400"/>
                </a:tc>
                <a:tc>
                  <a:txBody>
                    <a:bodyPr/>
                    <a:lstStyle/>
                    <a:p/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T="25400" marB="25400"/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</a:p>
                  </a:txBody>
                  <a:tcPr marT="25400" marB="25400"/>
                </a:tc>
                <a:tc>
                  <a:txBody>
                    <a:bodyPr/>
                    <a:lstStyle/>
                    <a:p/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T="25400" marB="25400"/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</a:p>
                  </a:txBody>
                  <a:tcPr marT="25400" marB="25400"/>
                </a:tc>
                <a:tc>
                  <a:txBody>
                    <a:bodyPr/>
                    <a:lstStyle/>
                    <a:p/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T="25400" marB="25400"/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</a:p>
                  </a:txBody>
                  <a:tcPr marT="25400" marB="25400"/>
                </a:tc>
                <a:tc>
                  <a:txBody>
                    <a:bodyPr/>
                    <a:lstStyle/>
                    <a:p/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T="25400" marB="25400"/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</a:p>
                  </a:txBody>
                  <a:tcPr marT="25400" marB="25400"/>
                </a:tc>
                <a:tc>
                  <a:txBody>
                    <a:bodyPr/>
                    <a:lstStyle/>
                    <a:p/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r"/>
                      <a:r>
                        <a:rPr sz="1200"/>
                        <a:t>{{/rows}}</a:t>
                      </a:r>
                    </a:p>
                  </a:txBody>
                  <a:tcPr marT="25400" marB="25400"/>
                </a:tc>
              </a:tr>
            </a:tbl>
          </a:graphicData>
        </a:graphic>
      </p:graphicFrame>
      <p:sp>
        <p:nvSpPr>
          <p:cNvPr id="14" name="Total"/>
          <p:cNvSpPr txBox="1"/>
          <p:nvPr/>
        </p:nvSpPr>
        <p:spPr>
          <a:xfrm>
            <a:off x="1397000" y="4978400"/>
            <a:ext cx="3810000" cy="3302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b="1"/>
              <a:t>{{#_last}}Total {{total | fmt:"#,##0"}}{{/_last}}</a:t>
            </a:r>
          </a:p>
        </p:txBody>
      </p:sp>
      <p:sp>
        <p:nvSpPr>
          <p:cNvPr id="15" name="Carry"/>
          <p:cNvSpPr txBox="1"/>
          <p:nvPr/>
        </p:nvSpPr>
        <p:spPr>
          <a:xfrm>
            <a:off x="5207000" y="4978400"/>
            <a:ext cx="2540000" cy="330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400"/>
              <a:t>To {{carry_out | fmt:"#,##0"}}{{/pages}}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Slip of ten rows a slide</dc:title>
  <dc:subject/>
  <dc:creator/>
  <cp:keywords/>
  <dc:description>generated using python-pptx</dc:description>
  <cp:lastModifiedBy>Steve Canny</cp:lastModifiedBy>
  <cp:revision>1</cp:revision>
  <dcterms:created xsi:type="dcterms:W3CDTF">2026-09-27T09:00:00Z</dcterms:created>
  <dcterms:modified xsi:type="dcterms:W3CDTF">2026-09-27T09:00:00Z</dcterms:modified>
  <cp:category/>
</cp:coreProperties>
</file>