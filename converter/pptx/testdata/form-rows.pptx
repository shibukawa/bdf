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itle"/>
          <p:cNvSpPr txBox="1"/>
          <p:nvPr/>
        </p:nvSpPr>
        <p:spPr>
          <a:xfrm>
            <a:off x="508000" y="304800"/>
            <a:ext cx="5588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/>
              <a:t>Invoice {{no}}</a:t>
            </a:r>
          </a:p>
        </p:txBody>
      </p:sp>
      <p:sp>
        <p:nvSpPr>
          <p:cNvPr id="11" name="To"/>
          <p:cNvSpPr txBox="1"/>
          <p:nvPr/>
        </p:nvSpPr>
        <p:spPr>
          <a:xfrm>
            <a:off x="508000" y="762000"/>
            <a:ext cx="5588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/>
              <a:t>To: {{customer}}</a:t>
            </a:r>
          </a:p>
        </p:txBody>
      </p:sp>
      <p:sp>
        <p:nvSpPr>
          <p:cNvPr id="12" name="Slide"/>
          <p:cNvSpPr txBox="1"/>
          <p:nvPr/>
        </p:nvSpPr>
        <p:spPr>
          <a:xfrm>
            <a:off x="6604000" y="381000"/>
            <a:ext cx="2032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/>
              <a:t>{{_slide}} / {{_slides}}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08000" y="1219200"/>
          <a:ext cx="8128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4064000"/>
                <a:gridCol w="1270000"/>
                <a:gridCol w="203200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No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項目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数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Price</a:t>
                      </a:r>
                    </a:p>
                  </a:txBody>
                  <a:tcPr marT="25400" marB="25400"/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{{#items}}{{_index}}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/>
                        <a:t>{{name}}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{{qty}}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{{price | fmt:"#,##0"}}{{/items}}</a:t>
                      </a:r>
                    </a:p>
                  </a:txBody>
                  <a:tcPr marT="25400" marB="2540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1200"/>
                        <a:t>Items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{{note}}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13" name="Note"/>
          <p:cNvSpPr txBox="1"/>
          <p:nvPr/>
        </p:nvSpPr>
        <p:spPr>
          <a:xfrm>
            <a:off x="508000" y="6299200"/>
            <a:ext cx="8128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/>
              <a:t>{{^items | rows}}no items{{/items}}</a:t>
            </a:r>
          </a:p>
          <a:p>
            <a:r>
              <a:rPr lang="en-US" sz="1200"/>
              <a:t>{{note}}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that grows</dc:title>
  <dc:subject/>
  <dc:creator/>
  <cp:keywords/>
  <dc:description>generated using python-pptx</dc:description>
  <cp:lastModifiedBy>Steve Canny</cp:lastModifiedBy>
  <cp:revision>1</cp:revision>
  <dcterms:created xsi:type="dcterms:W3CDTF">2026-09-27T09:00:00Z</dcterms:created>
  <dcterms:modified xsi:type="dcterms:W3CDTF">2026-09-27T09:00:00Z</dcterms:modified>
  <cp:category/>
</cp:coreProperties>
</file>