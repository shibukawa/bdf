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558800"/>
            <a:ext cx="64897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M PLUS 1p"/>
                <a:ea typeface="M PLUS 1p"/>
              </a:rPr>
              <a:t>請求書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0100" y="1117600"/>
            <a:ext cx="2413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M PLUS 1p"/>
                <a:ea typeface="M PLUS 1p"/>
              </a:rPr>
              <a:t>No. {{no}}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M PLUS 1p"/>
                <a:ea typeface="M PLUS 1p"/>
              </a:rPr>
              <a:t>Date {{date | fmt:"yyyy-mm-dd"}}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2192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 PLUS 1p"/>
                <a:ea typeface="M PLUS 1p"/>
              </a:rPr>
              <a:t>BDF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917700"/>
            <a:ext cx="3175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M PLUS 1p"/>
                <a:ea typeface="M PLUS 1p"/>
              </a:rPr>
              <a:t>宛先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184400"/>
            <a:ext cx="37846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 PLUS 1p"/>
                <a:ea typeface="M PLUS 1p"/>
              </a:rPr>
              <a:t>{{customer}} 御中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641600"/>
            <a:ext cx="38735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 PLUS 1p"/>
                <a:ea typeface="M PLUS 1p"/>
              </a:rPr>
              <a:t>下記のとおりご請求申し上げます。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27500" y="19177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 PLUS 1p"/>
                <a:ea typeface="M PLUS 1p"/>
              </a:rPr>
              <a:t>BDF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7500" y="21336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M PLUS 1p"/>
                <a:ea typeface="M PLUS 1p"/>
              </a:rPr>
              <a:t>〒150-0001 東京都渋谷区神宮前1-2-3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7500" y="23495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M PLUS 1p"/>
                <a:ea typeface="M PLUS 1p"/>
              </a:rPr>
              <a:t>TEL 03-5550-0140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7500" y="25654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M PLUS 1p"/>
                <a:ea typeface="M PLUS 1p"/>
              </a:rPr>
              <a:t>hello@bdf.example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3187700"/>
            <a:ext cx="6489700" cy="558800"/>
          </a:xfrm>
          <a:prstGeom prst="rect">
            <a:avLst/>
          </a:prstGeom>
          <a:noFill/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700" y="3314700"/>
            <a:ext cx="2921000" cy="241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M PLUS 1p"/>
                <a:ea typeface="M PLUS 1p"/>
              </a:rPr>
              <a:t>ご請求総額（税込）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225800"/>
            <a:ext cx="34798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M PLUS 1p"/>
                <a:ea typeface="M PLUS 1p"/>
              </a:rPr>
              <a:t>{{total | fmt:"¥#,##0"}}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937000"/>
            <a:ext cx="6489700" cy="241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M PLUS 1p"/>
                <a:ea typeface="M PLUS 1p"/>
              </a:rPr>
              <a:t>お支払期限　{{due | fmt:"yyyy-mm-dd"}}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3400" y="4457700"/>
          <a:ext cx="6489700" cy="71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0"/>
                <a:gridCol w="3213100"/>
                <a:gridCol w="635000"/>
                <a:gridCol w="1041400"/>
                <a:gridCol w="1193800"/>
              </a:tblGrid>
              <a:tr h="355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No.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品名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数量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単価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金額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{{#items}}{{_index}}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{{name}}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{{qty}}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{{price | fmt:"#,##0"}}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{{amount | fmt:"#,##0"}}{{/items}}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3987800" y="7454900"/>
            <a:ext cx="3035300" cy="965200"/>
          </a:xfrm>
          <a:prstGeom prst="rect">
            <a:avLst/>
          </a:prstGeom>
          <a:noFill/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02100" y="75438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M PLUS 1p"/>
                <a:ea typeface="M PLUS 1p"/>
              </a:rPr>
              <a:t>小計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6100" y="7543800"/>
            <a:ext cx="13081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M PLUS 1p"/>
                <a:ea typeface="M PLUS 1p"/>
              </a:rPr>
              <a:t>{{subtotal | fmt:"¥#,##0"}}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02100" y="78232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M PLUS 1p"/>
                <a:ea typeface="M PLUS 1p"/>
              </a:rPr>
              <a:t>消費税（10%）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6100" y="7823200"/>
            <a:ext cx="13081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M PLUS 1p"/>
                <a:ea typeface="M PLUS 1p"/>
              </a:rPr>
              <a:t>{{tax | fmt:"¥#,##0"}}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2100" y="81026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M PLUS 1p"/>
                <a:ea typeface="M PLUS 1p"/>
              </a:rPr>
              <a:t>総額（税込）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6100" y="8102600"/>
            <a:ext cx="13081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M PLUS 1p"/>
                <a:ea typeface="M PLUS 1p"/>
              </a:rPr>
              <a:t>{{total | fmt:"¥#,##0"}}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84836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M PLUS 1p"/>
                <a:ea typeface="M PLUS 1p"/>
              </a:rPr>
              <a:t>お振込先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8763000"/>
            <a:ext cx="64897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 PLUS 1p"/>
                <a:ea typeface="M PLUS 1p"/>
              </a:rPr>
              <a:t>みらい銀行 渋谷支店　普通 1234567　ビーディーエフスタジオ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9220200"/>
            <a:ext cx="27940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M PLUS 1p"/>
                <a:ea typeface="M PLUS 1p"/>
              </a:rPr>
              <a:t>備考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9499600"/>
            <a:ext cx="64897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 PLUS 1p"/>
                <a:ea typeface="M PLUS 1p"/>
              </a:rPr>
              <a:t>{{note}}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3400" y="10033000"/>
            <a:ext cx="6489700" cy="0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3400" y="10160000"/>
            <a:ext cx="33020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M PLUS 1p"/>
                <a:ea typeface="M PLUS 1p"/>
              </a:rPr>
              <a:t>BDF STUDIO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3100" y="101600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M PLUS 1p"/>
                <a:ea typeface="M PLUS 1p"/>
              </a:rPr>
              <a:t>{{_slide}} / {{_slides}}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請求書</dc:title>
  <dc:subject/>
  <dc:creator>BDF STUDIO</dc:creator>
  <cp:keywords/>
  <dc:description>generated using python-pptx</dc:description>
  <cp:lastModifiedBy>Steve Canny</cp:lastModifiedBy>
  <cp:revision>1</cp:revision>
  <dcterms:created xsi:type="dcterms:W3CDTF">2026-10-14T00:00:00Z</dcterms:created>
  <dcterms:modified xsi:type="dcterms:W3CDTF">2026-10-14T00:00:00Z</dcterms:modified>
  <cp:category/>
</cp:coreProperties>
</file>