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45.9</c:v>
                </c:pt>
                <c:pt idx="1">
                  <c:v>46.9</c:v>
                </c:pt>
                <c:pt idx="2">
                  <c:v>45</c:v>
                </c:pt>
                <c:pt idx="3">
                  <c:v>43.9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20.4</c:v>
                </c:pt>
                <c:pt idx="1">
                  <c:v>27.4</c:v>
                </c:pt>
                <c:pt idx="2">
                  <c:v>90</c:v>
                </c:pt>
                <c:pt idx="3">
                  <c:v>20.4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30.6</c:v>
                </c:pt>
                <c:pt idx="1">
                  <c:v>38.6</c:v>
                </c:pt>
                <c:pt idx="2">
                  <c:v>34.6</c:v>
                </c:pt>
                <c:pt idx="3">
                  <c:v>31.6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45.9</c:v>
                </c:pt>
                <c:pt idx="1">
                  <c:v>46.9</c:v>
                </c:pt>
                <c:pt idx="2">
                  <c:v>45</c:v>
                </c:pt>
                <c:pt idx="3">
                  <c:v>43.9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Stacked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Stacked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600200"/>
            <a:ext cx="146304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7200" y="1325880"/>
            <a:ext cx="274320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4630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46304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356350"/>
            <a:ext cx="37930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6356350"/>
            <a:ext cx="514773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6356350"/>
            <a:ext cx="3793066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/>
            </a:gs>
            <a:gs pos="100000">
              <a:schemeClr val="accent1">
                <a:tint val="30000"/>
              </a:schemeClr>
            </a:gs>
          </a:gsLst>
          <a:lin ang="5400000" scaled="0"/>
        </a:gradFill>
        <a:effectLst/>
      </p:bgPr>
    </p:bg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BDF features deck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and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band at the bottom comes from the slide master</a:t>
            </a:r>
          </a:p>
          <a:p>
            <a:r>
              <a:t>The orange bar comes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master and layout layers</a:t>
            </a:r>
          </a:p>
          <a:p>
            <a:r>
              <a:t>Only the body differs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463040"/>
          <a:ext cx="38404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7680" y="1463040"/>
          <a:ext cx="38404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0" y="1463040"/>
          <a:ext cx="365760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4663440"/>
          <a:ext cx="5486400" cy="16459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日本語のスライド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600200"/>
            <a:ext cx="7772400" cy="4525963"/>
          </a:xfrm>
        </p:spPr>
        <p:txBody>
          <a:bodyPr/>
          <a:lstStyle/>
          <a:p>
            <a:r>
              <a:t>箇条書きの一行目です。長い文章は枠の幅で折り返され、句読点は行頭に来ません。</a:t>
            </a:r>
          </a:p>
          <a:p>
            <a:pPr lvl="1"/>
            <a:r>
              <a:t>二段目の項目</a:t>
            </a:r>
          </a:p>
          <a:p>
            <a:r>
              <a:t>英数字 ABC と 123 の混在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0"/>
            <a:ext cx="1280160" cy="4572000"/>
          </a:xfrm>
          <a:prstGeom prst="rect">
            <a:avLst/>
          </a:prstGeom>
          <a:noFill/>
          <a:ln>
            <a:solidFill>
              <a:srgbClr val="999999"/>
            </a:solidFill>
          </a:ln>
        </p:spPr>
        <p:txBody>
          <a:bodyPr wrap="none" vert="eaVert">
            <a:spAutoFit/>
          </a:bodyPr>
          <a:lstStyle/>
          <a:p>
            <a:pPr>
              <a:defRPr sz="2800"/>
            </a:pPr>
            <a:r>
              <a:t>縦書きで、読みます。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93776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説明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図形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プリセット形状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表のスタイル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Fills and 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377440" cy="1463040"/>
          </a:xfrm>
          <a:prstGeom prst="roundRect">
            <a:avLst/>
          </a:prstGeom>
          <a:pattFill>
            <a:fgClr>
              <a:srgbClr val="4472C4"/>
            </a:fgClr>
            <a:bgClr>
              <a:srgbClr val="FFFFFF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t>Pattern</a:t>
            </a:r>
          </a:p>
        </p:txBody>
      </p:sp>
      <p:sp>
        <p:nvSpPr>
          <p:cNvPr id="4" name="Oval 3"/>
          <p:cNvSpPr/>
          <p:nvPr/>
        </p:nvSpPr>
        <p:spPr>
          <a:xfrm>
            <a:off x="3200400" y="1554480"/>
            <a:ext cx="2377440" cy="146304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035040" y="1737360"/>
            <a:ext cx="2743200" cy="0"/>
          </a:xfrm>
          <a:prstGeom prst="line">
            <a:avLst/>
          </a:prstGeom>
          <a:ln w="38100">
            <a:solidFill>
              <a:srgbClr val="202020"/>
            </a:solidFill>
            <a:prstDash val="dash"/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35040" y="2286000"/>
            <a:ext cx="2743200" cy="0"/>
          </a:xfrm>
          <a:prstGeom prst="line">
            <a:avLst/>
          </a:prstGeom>
          <a:ln w="38100">
            <a:solidFill>
              <a:srgbClr val="202020"/>
            </a:solidFill>
            <a:prstDash val="sysDot"/>
            <a:headEnd type="diamon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35040" y="2834639"/>
            <a:ext cx="2743200" cy="0"/>
          </a:xfrm>
          <a:prstGeom prst="line">
            <a:avLst/>
          </a:prstGeom>
          <a:ln w="38100">
            <a:solidFill>
              <a:srgbClr val="202020"/>
            </a:solidFill>
            <a:prstDash val="lgDashDot"/>
            <a:headEnd type="stealt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9144000" y="182880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0" y="1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457200" y="3840480"/>
            <a:ext cx="164592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2377440" y="3840480"/>
            <a:ext cx="1645920" cy="128016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ghtning Bolt 10"/>
          <p:cNvSpPr/>
          <p:nvPr/>
        </p:nvSpPr>
        <p:spPr>
          <a:xfrm>
            <a:off x="4297680" y="3840480"/>
            <a:ext cx="1645920" cy="1280160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oud 11"/>
          <p:cNvSpPr/>
          <p:nvPr/>
        </p:nvSpPr>
        <p:spPr>
          <a:xfrm>
            <a:off x="6217920" y="3840480"/>
            <a:ext cx="1645920" cy="128016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8138160" y="3840480"/>
            <a:ext cx="1645920" cy="1280160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ular Callout 13"/>
          <p:cNvSpPr/>
          <p:nvPr/>
        </p:nvSpPr>
        <p:spPr>
          <a:xfrm>
            <a:off x="10058400" y="3840480"/>
            <a:ext cx="1645920" cy="128016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