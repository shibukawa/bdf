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3400" y="558800"/>
            <a:ext cx="3175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43B53"/>
                </a:solidFill>
                <a:latin typeface="M PLUS 1p"/>
                <a:ea typeface="M PLUS 1p"/>
              </a:rPr>
              <a:t>明細書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0100" y="609600"/>
            <a:ext cx="2413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No. {{no}}</a:t>
            </a:r>
          </a:p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Date {{date | fmt:"yyyy-mm-dd"}}</a:t>
            </a:r>
          </a:p>
        </p:txBody>
      </p:sp>
      <p:pic>
        <p:nvPicPr>
          <p:cNvPr id="4" name="Picture 3" descr="{{%photo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1938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9800" y="12192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3B53"/>
                </a:solidFill>
                <a:latin typeface="M PLUS 1p"/>
                <a:ea typeface="M PLUS 1p"/>
              </a:rPr>
              <a:t>BDF STUDIO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33400" y="16510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3400" y="1917700"/>
            <a:ext cx="3175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宛先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184400"/>
            <a:ext cx="378460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63342"/>
                </a:solidFill>
                <a:latin typeface="M PLUS 1p"/>
                <a:ea typeface="M PLUS 1p"/>
              </a:rPr>
              <a:t>{{customer.name}} 御中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2641600"/>
            <a:ext cx="3873500" cy="330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263342"/>
                </a:solidFill>
                <a:latin typeface="M PLUS 1p"/>
                <a:ea typeface="M PLUS 1p"/>
              </a:rPr>
              <a:t>下記のとおり、商品のお取引明細をご案内いたします。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19177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3B53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7500" y="21336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〒150-0001 東京都渋谷区神宮前1-2-3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27500" y="23495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TEL 03-5550-0140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27500" y="2565400"/>
            <a:ext cx="2895600" cy="215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67685"/>
                </a:solidFill>
                <a:latin typeface="M PLUS 1p"/>
                <a:ea typeface="M PLUS 1p"/>
              </a:rPr>
              <a:t>hello@bdf.example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33274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43B53"/>
                </a:solidFill>
                <a:latin typeface="M PLUS 1p"/>
                <a:ea typeface="M PLUS 1p"/>
              </a:rPr>
              <a:t>お取引明細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33400" y="3683000"/>
          <a:ext cx="6489700" cy="101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11700"/>
                <a:gridCol w="1778000"/>
              </a:tblGrid>
              <a:tr h="508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商品・仕様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金額（税抜）</a:t>
                      </a:r>
                    </a:p>
                  </a:txBody>
                  <a:tcPr marL="88900" marR="88900" marT="63500" marB="63500" anchor="ctr">
                    <a:solidFill>
                      <a:srgbClr val="F3F6F9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{{product}}
{{#tags}}{{.}}{{^_last}} / {{/_last}}{{/tags}}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63342"/>
                          </a:solidFill>
                          <a:latin typeface="M PLUS 1p"/>
                          <a:ea typeface="M PLUS 1p"/>
                        </a:rPr>
                        <a:t>{{amount | fmt:"¥#,##0"}}</a:t>
                      </a: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  <a:lnL w="6350">
                      <a:noFill/>
                    </a:lnL>
                    <a:lnR w="6350">
                      <a:noFill/>
                    </a:lnR>
                    <a:lnT w="6350">
                      <a:solidFill>
                        <a:srgbClr val="CBD5DF"/>
                      </a:solidFill>
                      <a:prstDash val="solid"/>
                    </a:lnT>
                    <a:lnB w="6350">
                      <a:solidFill>
                        <a:srgbClr val="CBD5D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33400" y="5232400"/>
            <a:ext cx="2921000" cy="2413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3B53"/>
                </a:solidFill>
                <a:latin typeface="M PLUS 1p"/>
                <a:ea typeface="M PLUS 1p"/>
              </a:rPr>
              <a:t>総額（税込）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143500"/>
            <a:ext cx="35941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43B53"/>
                </a:solidFill>
                <a:latin typeface="M PLUS 1p"/>
                <a:ea typeface="M PLUS 1p"/>
              </a:rPr>
              <a:t>{{total | fmt:"¥#,##0"}}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3400" y="56515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" y="59690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お支払い状況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6235700"/>
            <a:ext cx="3302000" cy="254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63342"/>
                </a:solidFill>
                <a:latin typeface="M PLUS 1p"/>
                <a:ea typeface="M PLUS 1p"/>
              </a:rPr>
              <a:t>{{#paid}}お支払い済み{{/paid}}{{^paid}}お支払い待ち{{/paid}}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832600"/>
            <a:ext cx="2794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43B53"/>
                </a:solidFill>
                <a:latin typeface="M PLUS 1p"/>
                <a:ea typeface="M PLUS 1p"/>
              </a:rPr>
              <a:t>備考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7162800"/>
            <a:ext cx="6489700" cy="787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63342"/>
                </a:solidFill>
                <a:latin typeface="M PLUS 1p"/>
                <a:ea typeface="M PLUS 1p"/>
              </a:rPr>
              <a:t>{{memo}}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8470900"/>
            <a:ext cx="1651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商品情報</a:t>
            </a:r>
          </a:p>
        </p:txBody>
      </p:sp>
      <p:pic>
        <p:nvPicPr>
          <p:cNvPr id="24" name="Picture 23" descr="{{%url | qr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8775700"/>
            <a:ext cx="558800" cy="5588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91100" y="84709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67685"/>
                </a:solidFill>
                <a:latin typeface="M PLUS 1p"/>
                <a:ea typeface="M PLUS 1p"/>
              </a:rPr>
              <a:t>JANコード</a:t>
            </a:r>
          </a:p>
        </p:txBody>
      </p:sp>
      <p:pic>
        <p:nvPicPr>
          <p:cNvPr id="26" name="Picture 25" descr="{{%jan | barcode:jan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00" y="8775700"/>
            <a:ext cx="1778000" cy="558800"/>
          </a:xfrm>
          <a:prstGeom prst="rect">
            <a:avLst/>
          </a:prstGeom>
        </p:spPr>
      </p:pic>
      <p:cxnSp>
        <p:nvCxnSpPr>
          <p:cNvPr id="27" name="Connector 26"/>
          <p:cNvCxnSpPr/>
          <p:nvPr/>
        </p:nvCxnSpPr>
        <p:spPr>
          <a:xfrm>
            <a:off x="533400" y="10033000"/>
            <a:ext cx="6489700" cy="0"/>
          </a:xfrm>
          <a:prstGeom prst="line">
            <a:avLst/>
          </a:prstGeom>
          <a:ln w="7620">
            <a:solidFill>
              <a:srgbClr val="CBD5D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3400" y="10160000"/>
            <a:ext cx="3302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685"/>
                </a:solidFill>
                <a:latin typeface="M PLUS 1p"/>
                <a:ea typeface="M PLUS 1p"/>
              </a:rPr>
              <a:t>BDF STUDIO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53100" y="10160000"/>
            <a:ext cx="1270000" cy="177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667685"/>
                </a:solidFill>
                <a:latin typeface="M PLUS 1p"/>
                <a:ea typeface="M PLUS 1p"/>
              </a:rPr>
              <a:t>{{_slide}} / {{_slides}}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明細書</dc:title>
  <dc:subject/>
  <dc:creator>BDF STUDIO</dc:creator>
  <cp:keywords/>
  <dc:description>generated using python-pptx</dc:description>
  <cp:lastModifiedBy>Steve Canny</cp:lastModifiedBy>
  <cp:revision>1</cp:revision>
  <dcterms:created xsi:type="dcterms:W3CDTF">2026-10-14T00:00:00Z</dcterms:created>
  <dcterms:modified xsi:type="dcterms:W3CDTF">2026-10-14T00:00:00Z</dcterms:modified>
  <cp:category/>
</cp:coreProperties>
</file>