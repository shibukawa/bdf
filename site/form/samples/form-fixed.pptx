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558800"/>
            <a:ext cx="64897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M PLUS 1p"/>
                <a:ea typeface="M PLUS 1p"/>
              </a:rPr>
              <a:t>明細書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0100" y="1117600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No. {{no}}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Date {{date | fmt:"yyyy-mm-dd"}}</a:t>
            </a:r>
          </a:p>
        </p:txBody>
      </p:sp>
      <p:pic>
        <p:nvPicPr>
          <p:cNvPr id="4" name="Picture 3" descr="{{%photo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93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9800" y="12192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9177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宛先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184400"/>
            <a:ext cx="37846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M PLUS 1p"/>
                <a:ea typeface="M PLUS 1p"/>
              </a:rPr>
              <a:t>{{customer.name}}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641600"/>
            <a:ext cx="38735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M PLUS 1p"/>
                <a:ea typeface="M PLUS 1p"/>
              </a:rPr>
              <a:t>下記のとおり、商品のお取引明細をご案内いたします。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19177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21336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〒150-0001 東京都渋谷区神宮前1-2-3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23495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TEL 03-5550-0140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7500" y="25654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4444"/>
                </a:solidFill>
                <a:latin typeface="M PLUS 1p"/>
                <a:ea typeface="M PLUS 1p"/>
              </a:rPr>
              <a:t>hello@bdf.example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3274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M PLUS 1p"/>
                <a:ea typeface="M PLUS 1p"/>
              </a:rPr>
              <a:t>お取引明細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3400" y="3683000"/>
          <a:ext cx="6489700" cy="101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11700"/>
                <a:gridCol w="1778000"/>
              </a:tblGrid>
              <a:tr h="508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商品・仕様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金額（税抜）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{{product}}
{{#tags}}{{.}}{{^_last}} / {{/_last}}{{/tags}}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000000"/>
                          </a:solidFill>
                          <a:latin typeface="M PLUS 1p"/>
                          <a:ea typeface="M PLUS 1p"/>
                        </a:rPr>
                        <a:t>{{amount | fmt:"¥#,##0"}}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solidFill>
                        <a:srgbClr val="222222"/>
                      </a:solidFill>
                      <a:prstDash val="solid"/>
                    </a:lnL>
                    <a:lnR w="6350">
                      <a:solidFill>
                        <a:srgbClr val="222222"/>
                      </a:solidFill>
                      <a:prstDash val="solid"/>
                    </a:lnR>
                    <a:lnT w="6350">
                      <a:solidFill>
                        <a:srgbClr val="222222"/>
                      </a:solidFill>
                      <a:prstDash val="solid"/>
                    </a:lnT>
                    <a:lnB w="6350">
                      <a:solidFill>
                        <a:srgbClr val="22222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33400" y="5105400"/>
            <a:ext cx="6489700" cy="558800"/>
          </a:xfrm>
          <a:prstGeom prst="rect">
            <a:avLst/>
          </a:prstGeom>
          <a:noFill/>
          <a:ln w="1016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5232400"/>
            <a:ext cx="29210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総額（税込）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143500"/>
            <a:ext cx="34798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0000"/>
                </a:solidFill>
                <a:latin typeface="M PLUS 1p"/>
                <a:ea typeface="M PLUS 1p"/>
              </a:rPr>
              <a:t>{{total | fmt:"¥#,##0"}}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59690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お支払い状況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2357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{{#paid}}お支払い済み{{/paid}}{{^paid}}お支払い待ち{{/paid}}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8326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M PLUS 1p"/>
                <a:ea typeface="M PLUS 1p"/>
              </a:rPr>
              <a:t>備考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7162800"/>
            <a:ext cx="6489700" cy="787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M PLUS 1p"/>
                <a:ea typeface="M PLUS 1p"/>
              </a:rPr>
              <a:t>{{memo}}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84709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商品情報</a:t>
            </a:r>
          </a:p>
        </p:txBody>
      </p:sp>
      <p:pic>
        <p:nvPicPr>
          <p:cNvPr id="23" name="Picture 22" descr="{{%url | qr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775700"/>
            <a:ext cx="558800" cy="558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91100" y="84709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44444"/>
                </a:solidFill>
                <a:latin typeface="M PLUS 1p"/>
                <a:ea typeface="M PLUS 1p"/>
              </a:rPr>
              <a:t>JANコード</a:t>
            </a:r>
          </a:p>
        </p:txBody>
      </p:sp>
      <p:pic>
        <p:nvPicPr>
          <p:cNvPr id="25" name="Picture 24" descr="{{%jan | barcode:jan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00" y="8775700"/>
            <a:ext cx="1778000" cy="558800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533400" y="10033000"/>
            <a:ext cx="6489700" cy="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3400" y="101600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3100" y="101600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44444"/>
                </a:solidFill>
                <a:latin typeface="M PLUS 1p"/>
                <a:ea typeface="M PLUS 1p"/>
              </a:rPr>
              <a:t>{{_slide}} / {{_slides}}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明細書</dc:title>
  <dc:subject/>
  <dc:creator>BDF STUDIO</dc:creator>
  <cp:keywords/>
  <dc:description>generated using python-pptx</dc:description>
  <cp:lastModifiedBy>Steve Canny</cp:lastModifiedBy>
  <cp:revision>1</cp:revision>
  <dcterms:created xsi:type="dcterms:W3CDTF">2026-10-14T00:00:00Z</dcterms:created>
  <dcterms:modified xsi:type="dcterms:W3CDTF">2026-10-14T00:00:00Z</dcterms:modified>
  <cp:category/>
</cp:coreProperties>
</file>