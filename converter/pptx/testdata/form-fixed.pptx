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itle"/>
          <p:cNvSpPr txBox="1"/>
          <p:nvPr/>
        </p:nvSpPr>
        <p:spPr>
          <a:xfrm>
            <a:off x="762000" y="381000"/>
            <a:ext cx="7620000" cy="5588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ja-JP" sz="2800" b="1"/>
              <a:t>明書 Certificate</a:t>
            </a:r>
          </a:p>
        </p:txBody>
      </p:sp>
      <p:sp>
        <p:nvSpPr>
          <p:cNvPr id="11" name="Number"/>
          <p:cNvSpPr txBox="1"/>
          <p:nvPr/>
        </p:nvSpPr>
        <p:spPr>
          <a:xfrm>
            <a:off x="6350000" y="1016000"/>
            <a:ext cx="2032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/>
              <a:t>No. {{no}}</a:t>
            </a:r>
          </a:p>
        </p:txBody>
      </p:sp>
      <p:sp>
        <p:nvSpPr>
          <p:cNvPr id="12" name="Date"/>
          <p:cNvSpPr txBox="1"/>
          <p:nvPr/>
        </p:nvSpPr>
        <p:spPr>
          <a:xfrm>
            <a:off x="762000" y="1397000"/>
            <a:ext cx="5334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ja-JP" sz="1400" b="1"/>
              <a:t>日 </a:t>
            </a:r>
            <a:r>
              <a:rPr lang="en-US" sz="1400"/>
              <a:t>{{date | fmt:"yyyy/mm/dd"}} </a:t>
            </a:r>
            <a:r>
              <a:rPr lang="ja-JP" sz="1400">
                <a:solidFill>
                  <a:srgbClr val="7F7F7F"/>
                </a:solidFill>
              </a:rPr>
              <a:t>｛｛date ｜ fmt：“yyyy-mm”｝｝</a:t>
            </a:r>
          </a:p>
        </p:txBody>
      </p:sp>
      <p:sp>
        <p:nvSpPr>
          <p:cNvPr id="13" name="Name"/>
          <p:cNvSpPr txBox="1"/>
          <p:nvPr/>
        </p:nvSpPr>
        <p:spPr>
          <a:xfrm>
            <a:off x="762000" y="1778000"/>
            <a:ext cx="5334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b="1"/>
              <a:t>Name </a:t>
            </a:r>
            <a:r>
              <a:rPr lang="en-US" sz="1400" b="1"/>
              <a:t>{{custo</a:t>
            </a:r>
            <a:r>
              <a:rPr lang="ja-JP" sz="1400" b="1"/>
              <a:t>mer.na</a:t>
            </a:r>
            <a:r>
              <a:rPr lang="en-US" sz="1400" b="1"/>
              <a:t>me}}</a:t>
            </a:r>
            <a:r>
              <a:rPr lang="ja-JP" sz="1400"/>
              <a:t> さま</a:t>
            </a:r>
          </a:p>
        </p:txBody>
      </p:sp>
      <p:sp>
        <p:nvSpPr>
          <p:cNvPr id="14" name="Amount"/>
          <p:cNvSpPr txBox="1"/>
          <p:nvPr/>
        </p:nvSpPr>
        <p:spPr>
          <a:xfrm>
            <a:off x="762000" y="2159000"/>
            <a:ext cx="5334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b="1"/>
              <a:t>Amount </a:t>
            </a:r>
            <a:r>
              <a:rPr lang="en-US" sz="1400"/>
              <a:t>{{amount | fmt:"#,##0"}}</a:t>
            </a:r>
            <a:r>
              <a:rPr lang="en-US" sz="1400" b="1"/>
              <a:t>   Total </a:t>
            </a:r>
            <a:r>
              <a:rPr lang="en-US" sz="1400"/>
              <a:t>{{total | fmt:"#,##0.00"}}</a:t>
            </a:r>
          </a:p>
        </p:txBody>
      </p:sp>
      <p:sp>
        <p:nvSpPr>
          <p:cNvPr id="15" name="Paid"/>
          <p:cNvSpPr txBox="1"/>
          <p:nvPr/>
        </p:nvSpPr>
        <p:spPr>
          <a:xfrm>
            <a:off x="762000" y="2540000"/>
            <a:ext cx="5334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ja-JP" sz="1400"/>
              <a:t>{{#paid}}■{{/paid}}{{^paid}}□{{/paid}} paid</a:t>
            </a:r>
          </a:p>
        </p:txBody>
      </p:sp>
      <p:sp>
        <p:nvSpPr>
          <p:cNvPr id="16" name="Memo"/>
          <p:cNvSpPr txBox="1"/>
          <p:nvPr/>
        </p:nvSpPr>
        <p:spPr>
          <a:xfrm>
            <a:off x="762000" y="2997200"/>
            <a:ext cx="2540000" cy="43180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normAutofit/>
          </a:bodyPr>
          <a:lstStyle/>
          <a:p>
            <a:r>
              <a:rPr lang="en-US" sz="1800"/>
              <a:t>Memo: {{memo}}</a:t>
            </a:r>
          </a:p>
        </p:txBody>
      </p:sp>
      <p:sp>
        <p:nvSpPr>
          <p:cNvPr id="17" name="Tags"/>
          <p:cNvSpPr txBox="1"/>
          <p:nvPr/>
        </p:nvSpPr>
        <p:spPr>
          <a:xfrm>
            <a:off x="3556000" y="2997200"/>
            <a:ext cx="2540000" cy="381000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Tags: {{#tags}}{{.}}{{^_last}}, {{/_last}}{{/tags}}</a:t>
            </a:r>
          </a:p>
          <a:p>
            <a:r>
              <a:rPr lang="en-US" sz="1400"/>
              <a:t>{{#tags | rows}}- tag {{_index}}: {{.}}{{/tags}}</a:t>
            </a:r>
          </a:p>
          <a:p>
            <a:r>
              <a:rPr lang="en-US" sz="1400"/>
              <a:t>{{^tags | rows}}no tags{{/tags}}</a:t>
            </a:r>
          </a:p>
        </p:txBody>
      </p:sp>
      <p:sp>
        <p:nvSpPr>
          <p:cNvPr id="18" name="Rest"/>
          <p:cNvSpPr txBox="1"/>
          <p:nvPr/>
        </p:nvSpPr>
        <p:spPr>
          <a:xfrm>
            <a:off x="762000" y="5080000"/>
            <a:ext cx="5334000" cy="635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/>
              <a:t>{{missing}}</a:t>
            </a:r>
          </a:p>
          <a:p>
            <a:r>
              <a:rPr lang="en-US" sz="1400"/>
              <a:t>\{{not a tag}}</a:t>
            </a:r>
          </a:p>
        </p:txBody>
      </p:sp>
      <p:pic>
        <p:nvPicPr>
          <p:cNvPr id="19" name="Photo" descr="{{%photo}} the sta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1524000"/>
            <a:ext cx="1016000" cy="1016000"/>
          </a:xfrm>
          <a:prstGeom prst="rect">
            <a:avLst/>
          </a:prstGeom>
        </p:spPr>
      </p:pic>
      <p:pic>
        <p:nvPicPr>
          <p:cNvPr id="20" name="Cover" descr="{{%photo | fit:cover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524000"/>
            <a:ext cx="1016000" cy="1016000"/>
          </a:xfrm>
          <a:prstGeom prst="rect">
            <a:avLst/>
          </a:prstGeom>
        </p:spPr>
      </p:pic>
      <p:pic>
        <p:nvPicPr>
          <p:cNvPr id="21" name="QR" descr="{{%url | qr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2730500"/>
            <a:ext cx="1016000" cy="1016000"/>
          </a:xfrm>
          <a:prstGeom prst="rect">
            <a:avLst/>
          </a:prstGeom>
        </p:spPr>
      </p:pic>
      <p:pic>
        <p:nvPicPr>
          <p:cNvPr id="22" name="JAN" descr="{{%jan | barcode:jan}} the artic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3937000"/>
            <a:ext cx="2032000" cy="63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 of one slide</dc:title>
  <dc:subject/>
  <dc:creator/>
  <cp:keywords/>
  <dc:description>generated using python-pptx</dc:description>
  <cp:lastModifiedBy>Steve Canny</cp:lastModifiedBy>
  <cp:revision>1</cp:revision>
  <dcterms:created xsi:type="dcterms:W3CDTF">2026-09-27T09:00:00Z</dcterms:created>
  <dcterms:modified xsi:type="dcterms:W3CDTF">2026-09-27T09:00:00Z</dcterms:modified>
  <cp:category/>
</cp:coreProperties>
</file>